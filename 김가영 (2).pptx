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20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31520"/>
            <a:ext cx="3474720" cy="3474720"/>
          </a:xfrm>
          <a:prstGeom prst="ellipse">
            <a:avLst/>
          </a:prstGeom>
          <a:solidFill>
            <a:srgbClr val="C8E3F8">
              <a:alpha val="70000"/>
            </a:srgbClr>
          </a:solidFill>
          <a:ln w="12700">
            <a:solidFill>
              <a:srgbClr val="C8E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2926080" cy="1097280"/>
          </a:xfrm>
          <a:prstGeom prst="roundRect">
            <a:avLst>
              <a:gd name="adj" fmla="val 12500"/>
            </a:avLst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365760" cy="365760"/>
          </a:xfrm>
          <a:prstGeom prst="rect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320040" cy="3200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371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재난 / 날씨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84048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시스템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84048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구현 과정과 실제 동작 화면 소개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기간: 2026.05.27 ~ 2026.06.10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개발자: 김가영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2880" y="120700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8176" y="960120"/>
            <a:ext cx="384048" cy="38404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개발 목적 및 배경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주요 기능 소개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개발 기간 및 팀 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0700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25696" y="960120"/>
            <a:ext cx="384048" cy="384048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37560" y="175564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프론트엔드 기술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백엔드 기술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데이터베이스 및 배포 환경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20700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43216" y="960120"/>
            <a:ext cx="384048" cy="38404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4321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55080" y="175564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전체 아키텍처 설계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주요 모듈 구성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데이터 흐름도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294436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08176" y="2697480"/>
            <a:ext cx="384048" cy="384048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설명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20040" y="349300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날씨·미세먼지 조회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재난 알림 시스템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197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및 이메일 발송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294436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25696" y="2697480"/>
            <a:ext cx="384048" cy="38404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69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33756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 및 시연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337560" y="349300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메인 화면 구성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사용자 인터페이스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37560" y="4197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실제 화면 시연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294436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43216" y="2697480"/>
            <a:ext cx="384048" cy="384048"/>
          </a:xfrm>
          <a:prstGeom prst="ellipse">
            <a:avLst/>
          </a:prstGeom>
          <a:solidFill>
            <a:srgbClr val="2040A8"/>
          </a:solidFill>
          <a:ln w="12700">
            <a:solidFill>
              <a:srgbClr val="2040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321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5508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및 일정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355080" y="349300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개발 단계별 진행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5508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문제 해결 사례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55080" y="4197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향후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재난 및 날씨 시스템을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편리하게 사용하기 위해 목표로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개발되었습니다.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웹 기술을 활용하여 안정적이고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가능한 시스템을 구축했습니다.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274320"/>
            <a:ext cx="1828800" cy="182880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0"/>
            <a:ext cx="1463040" cy="146304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914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2004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목적 및 배경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날씨와 실시간 시간 및 날씨 정보 제공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261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데이터 처리 및 관리 기능 구현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563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모바일 환경을 고려한 반응형 디자인 적용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865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및 이메일 자동 발송 시스템 구현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670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및 팀 구성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등록 및 발송, AI 분석 기능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날씨 리포트 통계 기능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약 2주간 개발 진행 (2026.05.27 ~ 2026.06.10)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32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- 1인 개발 프로젝트 (기획 · 디자인 · 개발 전담)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73152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85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1AB8E8">
              <a:alpha val="8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" y="3493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최신 기술을 조합하여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관제 시스템을 구현했습니다.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502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기술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960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HTML5, CSS3, JavaScript 코드를 활용하여 개발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Chart.js 라이브러리를 활용한 데이터 시각화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기술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Google Apps Script (GAS) 를 활용하여 개발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Google Spreadsheet 를 활용하여 개발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Gemini 2.5 Flash API 연동 (AI 분석)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3520440"/>
            <a:ext cx="53035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OpenWeatherMap · IQAir · WeatherAPI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Gemini AI · </a:t>
            </a:r>
            <a:r>
              <a:rPr lang="en-US" sz="13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재난문자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4008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1AB8E8">
              <a:alpha val="85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" y="34930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- 서버 구조를 기반으로 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3계층 아키텍처를 채택했습니다.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계층은 독립적으로 동작하며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유지보수와 확장이 용이하도록 설계.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"/>
            <a:ext cx="539496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3474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프레젠테이션 - 비즈니스 로직 - 데이터 계층으로 구성된 체계적인 구조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051560"/>
            <a:ext cx="1600200" cy="33375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아키텍처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1572768"/>
            <a:ext cx="132588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7190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HTML, CSS, JavaScript 활용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579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반응형 웹 구조 설계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5968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GAS 웹앱 기반 배포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1051560"/>
            <a:ext cx="1600200" cy="33375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모듈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1572768"/>
            <a:ext cx="132588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7190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날씨 AI 분석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21579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자동 발송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25968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날씨 API 호출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1051560"/>
            <a:ext cx="1600200" cy="33375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43800" y="1572768"/>
            <a:ext cx="132588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7190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사용자 이메일 등록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1579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활용 실시간 처리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5968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UI 자동 업데이트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468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3337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경험을 최우선으로 고려하여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기능들을 구현했습니다.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보안과 편의성을 동시에 만족시키는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설계에 중점을 두었습니다.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91440"/>
            <a:ext cx="2103120" cy="210312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74320"/>
            <a:ext cx="1737360" cy="1737360"/>
          </a:xfrm>
          <a:prstGeom prst="ellipse">
            <a:avLst/>
          </a:prstGeom>
          <a:solidFill>
            <a:srgbClr val="3A6FE8"/>
          </a:solidFill>
          <a:ln w="12700">
            <a:solidFill>
              <a:srgbClr val="3A6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안전하고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편리한 서비스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914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548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2377440"/>
            <a:ext cx="658368" cy="65836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2971800"/>
            <a:ext cx="1737360" cy="1828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3090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날씨·미세먼지 조회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5204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기온, 습도, 풍속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8679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PM10/PM2.5 농도 표시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421538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위험 단계별 컬러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377440"/>
            <a:ext cx="658368" cy="658368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0" y="2971800"/>
            <a:ext cx="1737360" cy="1828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0680" y="3090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재난 알림 시스템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재난문자 실시간 조회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38679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긴급 Alert 배너 표시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421538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자동 발송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2377440"/>
            <a:ext cx="658368" cy="658368"/>
          </a:xfrm>
          <a:prstGeom prst="ellipse">
            <a:avLst/>
          </a:prstGeom>
          <a:solidFill>
            <a:srgbClr val="2040A8"/>
          </a:solidFill>
          <a:ln w="12700">
            <a:solidFill>
              <a:srgbClr val="2040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9480" y="2971800"/>
            <a:ext cx="1737360" cy="1828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3090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기능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5204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Gemini 2.5 Flash 연동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38679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날씨·건강 종합 분석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421538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분석 결과 UI 표시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31546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앱의 화면 구성은 사용자가 쉽게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이해하고 사용할 수 있도록 설계.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화면을 중심으로 각 기능에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접근할 수 있는 구조.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화면 기준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"/>
            <a:ext cx="2834640" cy="4827544"/>
          </a:xfrm>
          <a:prstGeom prst="roundRect">
            <a:avLst>
              <a:gd name="adj" fmla="val 8333"/>
            </a:avLst>
          </a:prstGeom>
          <a:solidFill>
            <a:srgbClr val="F0F6FE"/>
          </a:solidFill>
          <a:ln w="19050">
            <a:solidFill>
              <a:srgbClr val="BDD0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3383280" y="777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35331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PM10: 29 μg/m³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7190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975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최고온도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05656" y="17190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05656" y="1975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01184" y="17190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1975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풍속(m/s)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1568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852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206240" y="29077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85616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61104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12080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3504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경험을 고려한 직관적인 인터페이스 설계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868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화면은 주요 기능들을 한눈에 파악할 수 있도록 구성했습니다.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네비게이션 바를 통해 각 페이지로 이동이 가능하며, 사용자 인터페이스는 직관적인 아이콘과 명확한 텍스트로 구성되어 있습니다.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20116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디자인 적용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35040" y="2423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PC, 태블릿, 모바일 등 다양한 디바이스에서 최적화된 화면 제공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화면 크기에 따라 자동으로 조정되는 콘텐츠 배치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291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다크/라이트 모드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35040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시스템 테마 자동 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사용자 직접 테마 변경 가능</a:t>
            </a:r>
            <a:endParaRPr lang="en-US" sz="11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5A82568-4E66-4021-899A-C70421C96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0487"/>
            <a:ext cx="2169457" cy="2069816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88BABA4-6D77-44A0-B015-A4BF2DF50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265" y="2262925"/>
            <a:ext cx="2150589" cy="105634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082E99C-7F31-4191-9E55-7196CF6C6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798" y="3348887"/>
            <a:ext cx="2802807" cy="98312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DF8AAD2D-314F-4ACC-BEFF-1FEF6A320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0750" y="4405142"/>
            <a:ext cx="2972902" cy="4302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일정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71323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2026.05.27 ~ 2026.06.10  (총 15일)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863840" cy="0"/>
          </a:xfrm>
          <a:prstGeom prst="line">
            <a:avLst/>
          </a:prstGeom>
          <a:noFill/>
          <a:ln w="25400">
            <a:solidFill>
              <a:srgbClr val="BDD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572768"/>
            <a:ext cx="594360" cy="59436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05.27 ~ 05.30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926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&amp; 설계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프로젝트 선정 및 기획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Figma 와이어프레임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UI/UX 컨셉 정의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조사 및 선정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1572768"/>
            <a:ext cx="594360" cy="594360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06.02 ~ 06.06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8094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개발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index.html 구조 설계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날씨·미세먼지 UI 구현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재난 페이지 개발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반응형 디자인 적용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1572768"/>
            <a:ext cx="594360" cy="59436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06.07 ~ 06.09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9262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&amp; 연동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Code.gs GAS 개발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연동 및 테스트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분석 기능 구현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이메일 자동발송 구현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52360" y="1572768"/>
            <a:ext cx="594360" cy="594360"/>
          </a:xfrm>
          <a:prstGeom prst="ellipse">
            <a:avLst/>
          </a:prstGeom>
          <a:solidFill>
            <a:srgbClr val="2040A8"/>
          </a:solidFill>
          <a:ln w="12700">
            <a:solidFill>
              <a:srgbClr val="2040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4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0430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&amp; 발표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4088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버그 수정 및 최적화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스프레드시트 연동 완료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PPT 발표자료 제작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4088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최종 시연 및 발표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3154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프로젝트는 기획, 설계, 개발, 테스트,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배포의 단계를 거쳐 진행되었습니다.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단계마다 팀원들과 긴밀하게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소통하며 목표를 달성했습니다.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393192"/>
            <a:ext cx="411480" cy="41148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77640" y="320040"/>
            <a:ext cx="4937760" cy="1389888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4572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단계별 진행 사항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85039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UI/UX 디자인 및 프로토타입 제작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프론트 · 백엔드 병행 개발, 통합 테스트 및 버그 수정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975104"/>
            <a:ext cx="411480" cy="411480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901952"/>
            <a:ext cx="4937760" cy="1389888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20391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사례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243230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연동 오류 해결 → 다중 API 폴백 구조 적용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버퍼링 → 날씨 로드와 AI 호출 분리 처리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발송 오류 → 다중 수신자 개별 발송 구조로 해결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566160"/>
            <a:ext cx="411480" cy="41148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3493008"/>
            <a:ext cx="4937760" cy="1389888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36301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자동화 구현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402336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시간 기반 트리거로 5분마다 날씨 데이터 자동 수집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위험 수치 초과 시 이메일 자동 발송 시스템 완성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011680" cy="201168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0"/>
            <a:ext cx="1463040" cy="146304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743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및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0" y="3611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완료 후 실제 사용자들을 대상으로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테스트를 진행했습니다.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수집된 피드백을 바탕으로 UI 개선과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보완을 실시했습니다.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"/>
            <a:ext cx="5852160" cy="1965960"/>
          </a:xfrm>
          <a:prstGeom prst="roundRect">
            <a:avLst>
              <a:gd name="adj" fmla="val 6977"/>
            </a:avLst>
          </a:prstGeom>
          <a:solidFill>
            <a:srgbClr val="3A6FE8"/>
          </a:solidFill>
          <a:ln w="12700">
            <a:solidFill>
              <a:srgbClr val="3A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피드백 반영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10058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0789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네비게이션 메뉴 위치 조정으로 접근성 향상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4081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다크 모드 지원 추가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7373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로딩 시간 단축 요청 반영 (AI 분석 비동기 처리)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26974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" y="3044952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82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날씨 로드와 분리 (비동기)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584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호출 최소화 구조 적용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468880"/>
            <a:ext cx="26974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02152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02152" y="3044952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182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키 GAS 서버 측 보관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02152" y="3584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수신자 서버 측 관리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011680" cy="201168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0"/>
            <a:ext cx="1463040" cy="146304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914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309360" y="3337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프로젝트는 현재 안정적으로 운영되고 있으며,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요구에 맞춰 지속적으로 발전시킬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"/>
            <a:ext cx="57607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4754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기능 개발 및 서비스 확장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9875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즐겨찾기 지역 추가 기능 구현 예정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3716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주간 날씨 리포트 자동 생성 기능 추가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더 많은 지역 실시간 데이터 지원 확대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57607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517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 및 지속적인 개선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316382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즐겨찾기 등 빠졌던 부분을 추가할 예정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478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오류 발생 시 자동 재시도 로직 강화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GAS 트리거 최적화로 서버 비용 절감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3017520"/>
            <a:ext cx="1645920" cy="2194560"/>
          </a:xfrm>
          <a:prstGeom prst="roundRect">
            <a:avLst>
              <a:gd name="adj" fmla="val 11111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200400"/>
            <a:ext cx="1645920" cy="164592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840480"/>
            <a:ext cx="1097280" cy="1371600"/>
          </a:xfrm>
          <a:prstGeom prst="roundRect">
            <a:avLst>
              <a:gd name="adj" fmla="val 12500"/>
            </a:avLst>
          </a:prstGeom>
          <a:solidFill>
            <a:srgbClr val="C8E3F8"/>
          </a:solidFill>
          <a:ln w="12700">
            <a:solidFill>
              <a:srgbClr val="C8E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92608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108960"/>
            <a:ext cx="1645920" cy="164592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3657600"/>
            <a:ext cx="1188720" cy="1463040"/>
          </a:xfrm>
          <a:prstGeom prst="roundRect">
            <a:avLst>
              <a:gd name="adj" fmla="val 11538"/>
            </a:avLst>
          </a:prstGeom>
          <a:solidFill>
            <a:srgbClr val="C8E3F8"/>
          </a:solidFill>
          <a:ln w="12700">
            <a:solidFill>
              <a:srgbClr val="C8E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마무리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프로젝트를 통해 기획부터 배포까지 전 과정을 경험했습니다.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연동·AI 분석·자동화 등 실무형 기술 역량을 직접 쌓을 수 있었습니다.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423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API + AI 통합 자동화 경험 확보  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웹 UX/UI 설계 및 구현 역량 성장  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기반 실무형 서비스 구조 이해 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3611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1023</Words>
  <Application>Microsoft Office PowerPoint</Application>
  <PresentationFormat>화면 슬라이드 쇼(16:9)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재난 날씨 관제 시스템</dc:title>
  <dc:subject>PptxGenJS Presentation</dc:subject>
  <dc:creator>PptxGenJS</dc:creator>
  <cp:lastModifiedBy>YJ</cp:lastModifiedBy>
  <cp:revision>4</cp:revision>
  <dcterms:created xsi:type="dcterms:W3CDTF">2026-06-10T05:36:25Z</dcterms:created>
  <dcterms:modified xsi:type="dcterms:W3CDTF">2026-06-11T03:43:24Z</dcterms:modified>
</cp:coreProperties>
</file>