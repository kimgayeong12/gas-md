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0207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5943600" cy="160020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4983480"/>
            <a:ext cx="3200400" cy="160020"/>
          </a:xfrm>
          <a:prstGeom prst="rect">
            <a:avLst/>
          </a:prstGeom>
          <a:solidFill>
            <a:srgbClr val="3366EE"/>
          </a:solidFill>
          <a:ln w="12700">
            <a:solidFill>
              <a:srgbClr val="3366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731520"/>
            <a:ext cx="3474720" cy="3474720"/>
          </a:xfrm>
          <a:prstGeom prst="ellipse">
            <a:avLst/>
          </a:prstGeom>
          <a:solidFill>
            <a:srgbClr val="C8E3F8">
              <a:alpha val="70000"/>
            </a:srgbClr>
          </a:solidFill>
          <a:ln w="12700">
            <a:solidFill>
              <a:srgbClr val="C8E3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188720"/>
            <a:ext cx="2560320" cy="1645920"/>
          </a:xfrm>
          <a:prstGeom prst="roundRect">
            <a:avLst>
              <a:gd name="adj" fmla="val 8333"/>
            </a:avLst>
          </a:prstGeom>
          <a:solidFill>
            <a:srgbClr val="2B5CE6"/>
          </a:solidFill>
          <a:ln w="12700">
            <a:solidFill>
              <a:srgbClr val="2B5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377440"/>
            <a:ext cx="2926080" cy="1097280"/>
          </a:xfrm>
          <a:prstGeom prst="roundRect">
            <a:avLst>
              <a:gd name="adj" fmla="val 12500"/>
            </a:avLst>
          </a:prstGeom>
          <a:solidFill>
            <a:srgbClr val="1AB8E8"/>
          </a:solidFill>
          <a:ln w="12700">
            <a:solidFill>
              <a:srgbClr val="1AB8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320040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463040"/>
            <a:ext cx="365760" cy="365760"/>
          </a:xfrm>
          <a:prstGeom prst="rect">
            <a:avLst/>
          </a:prstGeom>
          <a:solidFill>
            <a:srgbClr val="1AB8E8"/>
          </a:solidFill>
          <a:ln w="12700">
            <a:solidFill>
              <a:srgbClr val="1AB8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1280160"/>
            <a:ext cx="320040" cy="320040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0" y="137160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재난 / 날씨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3840480" y="210312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관제 시스템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3840480" y="2926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구현 과정과 실제 동작 화면 소개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40480" y="356616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기간: 2026.05.27 ~ 2026.06.10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개발자: 김가영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5943600" cy="160020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4983480"/>
            <a:ext cx="3200400" cy="160020"/>
          </a:xfrm>
          <a:prstGeom prst="rect">
            <a:avLst/>
          </a:prstGeom>
          <a:solidFill>
            <a:srgbClr val="3366EE"/>
          </a:solidFill>
          <a:ln w="12700">
            <a:solidFill>
              <a:srgbClr val="3366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2286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목차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182880" y="1207008"/>
            <a:ext cx="283464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DFECF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08176" y="960120"/>
            <a:ext cx="384048" cy="384048"/>
          </a:xfrm>
          <a:prstGeom prst="ellipse">
            <a:avLst/>
          </a:prstGeom>
          <a:solidFill>
            <a:srgbClr val="2D5EE0"/>
          </a:solidFill>
          <a:ln w="12700">
            <a:solidFill>
              <a:srgbClr val="2D5E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08176" y="960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1325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개요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0040" y="1755648"/>
            <a:ext cx="2286000" cy="0"/>
          </a:xfrm>
          <a:prstGeom prst="line">
            <a:avLst/>
          </a:prstGeom>
          <a:noFill/>
          <a:ln w="9525">
            <a:solidFill>
              <a:srgbClr val="E0EA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874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개발 목적 및 배경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21671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주요 기능 소개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245973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개발 기간 및 팀 구성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1207008"/>
            <a:ext cx="283464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DFECF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25696" y="960120"/>
            <a:ext cx="384048" cy="384048"/>
          </a:xfrm>
          <a:prstGeom prst="ellipse">
            <a:avLst/>
          </a:prstGeom>
          <a:solidFill>
            <a:srgbClr val="1AB8E8"/>
          </a:solidFill>
          <a:ln w="12700">
            <a:solidFill>
              <a:srgbClr val="1AB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25696" y="960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37560" y="1325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스택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337560" y="1755648"/>
            <a:ext cx="2286000" cy="0"/>
          </a:xfrm>
          <a:prstGeom prst="line">
            <a:avLst/>
          </a:prstGeom>
          <a:noFill/>
          <a:ln w="9525">
            <a:solidFill>
              <a:srgbClr val="E0EA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1874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프론트엔드 기술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37560" y="21671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백엔드 기술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37560" y="245973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데이터베이스 및 배포 환경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1207008"/>
            <a:ext cx="283464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DFECF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43216" y="960120"/>
            <a:ext cx="384048" cy="384048"/>
          </a:xfrm>
          <a:prstGeom prst="ellipse">
            <a:avLst/>
          </a:prstGeom>
          <a:solidFill>
            <a:srgbClr val="2D5EE0"/>
          </a:solidFill>
          <a:ln w="12700">
            <a:solidFill>
              <a:srgbClr val="2D5E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43216" y="960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55080" y="1325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구조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355080" y="1755648"/>
            <a:ext cx="2286000" cy="0"/>
          </a:xfrm>
          <a:prstGeom prst="line">
            <a:avLst/>
          </a:prstGeom>
          <a:noFill/>
          <a:ln w="9525">
            <a:solidFill>
              <a:srgbClr val="E0EA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1874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전체 아키텍처 설계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55080" y="21671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주요 모듈 구성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55080" y="245973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데이터 흐름도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2880" y="2944368"/>
            <a:ext cx="283464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DFECF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408176" y="2697480"/>
            <a:ext cx="384048" cy="384048"/>
          </a:xfrm>
          <a:prstGeom prst="ellipse">
            <a:avLst/>
          </a:prstGeom>
          <a:solidFill>
            <a:srgbClr val="1AB8E8"/>
          </a:solidFill>
          <a:ln w="12700">
            <a:solidFill>
              <a:srgbClr val="1AB8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08176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20040" y="3063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기능 설명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320040" y="3493008"/>
            <a:ext cx="2286000" cy="0"/>
          </a:xfrm>
          <a:prstGeom prst="line">
            <a:avLst/>
          </a:prstGeom>
          <a:noFill/>
          <a:ln w="9525">
            <a:solidFill>
              <a:srgbClr val="E0EA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3611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날씨·미세먼지 조회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20040" y="39044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재난 알림 시스템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20040" y="419709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분석 및 이메일 발송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00400" y="2944368"/>
            <a:ext cx="283464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DFECF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425696" y="2697480"/>
            <a:ext cx="384048" cy="384048"/>
          </a:xfrm>
          <a:prstGeom prst="ellipse">
            <a:avLst/>
          </a:prstGeom>
          <a:solidFill>
            <a:srgbClr val="2D5EE0"/>
          </a:solidFill>
          <a:ln w="12700">
            <a:solidFill>
              <a:srgbClr val="2D5E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25696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3337560" y="3063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구성 및 시연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3337560" y="3493008"/>
            <a:ext cx="2286000" cy="0"/>
          </a:xfrm>
          <a:prstGeom prst="line">
            <a:avLst/>
          </a:prstGeom>
          <a:noFill/>
          <a:ln w="9525">
            <a:solidFill>
              <a:srgbClr val="E0EAF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37560" y="3611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메인 화면 구성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337560" y="39044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사용자 인터페이스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337560" y="419709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실제 화면 시연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217920" y="2944368"/>
            <a:ext cx="283464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DFECF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7443216" y="2697480"/>
            <a:ext cx="384048" cy="384048"/>
          </a:xfrm>
          <a:prstGeom prst="ellipse">
            <a:avLst/>
          </a:prstGeom>
          <a:solidFill>
            <a:srgbClr val="2040A8"/>
          </a:solidFill>
          <a:ln w="12700">
            <a:solidFill>
              <a:srgbClr val="2040A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43216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355080" y="3063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과정 및 일정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6355080" y="3493008"/>
            <a:ext cx="2286000" cy="0"/>
          </a:xfrm>
          <a:prstGeom prst="line">
            <a:avLst/>
          </a:prstGeom>
          <a:noFill/>
          <a:ln w="9525">
            <a:solidFill>
              <a:srgbClr val="E0EAF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55080" y="3611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개발 단계별 진행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355080" y="39044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문제 해결 사례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355080" y="419709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향후 계획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5943600" cy="160020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4983480"/>
            <a:ext cx="3200400" cy="160020"/>
          </a:xfrm>
          <a:prstGeom prst="rect">
            <a:avLst/>
          </a:prstGeom>
          <a:solidFill>
            <a:srgbClr val="3366EE"/>
          </a:solidFill>
          <a:ln w="12700">
            <a:solidFill>
              <a:srgbClr val="3366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35040" y="25603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개요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943600" y="32004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재난 및 날씨 시스템을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편리하게 사용하기 위해 목표로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개발되었습니다.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0" y="40233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최신 웹 기술을 활용하여 안정적이고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확장 가능한 시스템을 구축했습니다.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0" y="274320"/>
            <a:ext cx="1828800" cy="1828800"/>
          </a:xfrm>
          <a:prstGeom prst="ellipse">
            <a:avLst/>
          </a:prstGeom>
          <a:solidFill>
            <a:srgbClr val="2B5CE6"/>
          </a:solidFill>
          <a:ln w="12700">
            <a:solidFill>
              <a:srgbClr val="2B5C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0" y="0"/>
            <a:ext cx="1463040" cy="1463040"/>
          </a:xfrm>
          <a:prstGeom prst="ellipse">
            <a:avLst/>
          </a:prstGeom>
          <a:solidFill>
            <a:srgbClr val="1AB8E8">
              <a:alpha val="70000"/>
            </a:srgbClr>
          </a:solidFill>
          <a:ln w="12700">
            <a:solidFill>
              <a:srgbClr val="1AB8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0" y="91440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320040"/>
            <a:ext cx="548640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6350">
            <a:solidFill>
              <a:srgbClr val="DFECF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502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목적 및 배경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9601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실시간 날씨와 실시간 시간 및 날씨 정보 제공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12618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실시간 데이터 처리 및 관리 기능 구현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156362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모바일 환경을 고려한 반응형 디자인 적용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1865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분석 및 이메일 자동 발송 시스템 구현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2514600"/>
            <a:ext cx="548640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6350">
            <a:solidFill>
              <a:srgbClr val="DFECF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267004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기능 및 팀 구성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" y="312724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이메일 등록 및 발송, AI 분석 기능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34290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날씨 리포트 통계 기능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37307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약 2주간 개발 진행 (2026.05.27 ~ 2026.06.10)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403250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- 1인 개발 프로젝트 (기획 · 디자인 · 개발 전담)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5943600" cy="160020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4983480"/>
            <a:ext cx="3200400" cy="160020"/>
          </a:xfrm>
          <a:prstGeom prst="rect">
            <a:avLst/>
          </a:prstGeom>
          <a:solidFill>
            <a:srgbClr val="3366EE"/>
          </a:solidFill>
          <a:ln w="12700">
            <a:solidFill>
              <a:srgbClr val="3366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731520"/>
            <a:ext cx="1645920" cy="1645920"/>
          </a:xfrm>
          <a:prstGeom prst="roundRect">
            <a:avLst>
              <a:gd name="adj" fmla="val 11111"/>
            </a:avLst>
          </a:prstGeom>
          <a:solidFill>
            <a:srgbClr val="2B5CE6">
              <a:alpha val="85000"/>
            </a:srgbClr>
          </a:solidFill>
          <a:ln w="12700">
            <a:solidFill>
              <a:srgbClr val="2B5C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80160"/>
            <a:ext cx="2560320" cy="1645920"/>
          </a:xfrm>
          <a:prstGeom prst="roundRect">
            <a:avLst>
              <a:gd name="adj" fmla="val 11111"/>
            </a:avLst>
          </a:prstGeom>
          <a:solidFill>
            <a:srgbClr val="1AB8E8">
              <a:alpha val="80000"/>
            </a:srgbClr>
          </a:solidFill>
          <a:ln w="12700">
            <a:solidFill>
              <a:srgbClr val="1AB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28346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스택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82880" y="349300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프론트, 백엔드 등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활용해서 만듦.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566160" y="320040"/>
            <a:ext cx="530352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DFECF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0" y="502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프론트엔드 기술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840480" y="9601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HTML5, CSS3, JavaScript 코드를 활용하여 개발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Chart.js 라이브러리를 활용한 데이터 시각화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566160" y="1874520"/>
            <a:ext cx="5303520" cy="146304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6350">
            <a:solidFill>
              <a:srgbClr val="DFECF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40480" y="2057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백엔드 기술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840480" y="251460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Google Apps Script (GAS) 를 활용하여 개발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Google Spreadsheet 를 활용하여 개발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Gemini 2.5 Flash API 연동 (AI 분석)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566160" y="3520440"/>
            <a:ext cx="5303520" cy="128016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6350">
            <a:solidFill>
              <a:srgbClr val="DFECF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40480" y="37033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연동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840480" y="41605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OpenWeatherMap · IQAir · WeatherAPI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Gemini AI · </a:t>
            </a:r>
            <a:r>
              <a:rPr lang="en-US" sz="13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재난문자</a:t>
            </a: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API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5943600" cy="160020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4983480"/>
            <a:ext cx="3200400" cy="160020"/>
          </a:xfrm>
          <a:prstGeom prst="rect">
            <a:avLst/>
          </a:prstGeom>
          <a:solidFill>
            <a:srgbClr val="3366EE"/>
          </a:solidFill>
          <a:ln w="12700">
            <a:solidFill>
              <a:srgbClr val="3366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640080"/>
            <a:ext cx="1828800" cy="1828800"/>
          </a:xfrm>
          <a:prstGeom prst="roundRect">
            <a:avLst>
              <a:gd name="adj" fmla="val 10000"/>
            </a:avLst>
          </a:prstGeom>
          <a:solidFill>
            <a:srgbClr val="2B5CE6">
              <a:alpha val="90000"/>
            </a:srgbClr>
          </a:solidFill>
          <a:ln w="12700">
            <a:solidFill>
              <a:srgbClr val="2B5C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80160"/>
            <a:ext cx="2560320" cy="1645920"/>
          </a:xfrm>
          <a:prstGeom prst="roundRect">
            <a:avLst>
              <a:gd name="adj" fmla="val 11111"/>
            </a:avLst>
          </a:prstGeom>
          <a:solidFill>
            <a:srgbClr val="1AB8E8">
              <a:alpha val="85000"/>
            </a:srgbClr>
          </a:solidFill>
          <a:ln w="12700">
            <a:solidFill>
              <a:srgbClr val="1AB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28346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구조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82880" y="3493008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클라이언트 - 서버 구조를 기반으로 한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3계층 아키텍처를 채택했습니다.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계층은 독립적으로 동작하며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유지보수와 확장이 용이하도록 설계.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0" y="228600"/>
            <a:ext cx="5394960" cy="65836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6350">
            <a:solidFill>
              <a:srgbClr val="DFECF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0" y="34747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프레젠테이션 - 비즈니스 로직 - 데이터 계층으로 구성된 체계적인 구조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0" y="1051560"/>
            <a:ext cx="1600200" cy="33375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6350">
            <a:solidFill>
              <a:srgbClr val="DFECF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66160" y="118872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아키텍처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11880" y="1572768"/>
            <a:ext cx="1325880" cy="0"/>
          </a:xfrm>
          <a:prstGeom prst="line">
            <a:avLst/>
          </a:prstGeom>
          <a:noFill/>
          <a:ln w="9525">
            <a:solidFill>
              <a:srgbClr val="E0EA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171907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HTML, CSS, JavaScript 활용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66160" y="2157984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반응형 웹 구조 설계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66160" y="2596896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GAS 웹앱 기반 배포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40680" y="1051560"/>
            <a:ext cx="1600200" cy="33375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6350">
            <a:solidFill>
              <a:srgbClr val="DFECF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532120" y="118872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모듈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577840" y="1572768"/>
            <a:ext cx="1325880" cy="0"/>
          </a:xfrm>
          <a:prstGeom prst="line">
            <a:avLst/>
          </a:prstGeom>
          <a:noFill/>
          <a:ln w="9525">
            <a:solidFill>
              <a:srgbClr val="E0EA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32120" y="171907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실시간 날씨 AI 분석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532120" y="2157984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이메일 자동 발송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532120" y="2596896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실시간 날씨 API 호출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406640" y="1051560"/>
            <a:ext cx="1600200" cy="33375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6350">
            <a:solidFill>
              <a:srgbClr val="DFECF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498080" y="118872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흐름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543800" y="1572768"/>
            <a:ext cx="1325880" cy="0"/>
          </a:xfrm>
          <a:prstGeom prst="line">
            <a:avLst/>
          </a:prstGeom>
          <a:noFill/>
          <a:ln w="9525">
            <a:solidFill>
              <a:srgbClr val="E0EA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0" y="171907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사용자 이메일 등록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98080" y="2157984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API 활용 실시간 처리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98080" y="2596896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UI 자동 업데이트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5943600" cy="160020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4983480"/>
            <a:ext cx="3200400" cy="160020"/>
          </a:xfrm>
          <a:prstGeom prst="rect">
            <a:avLst/>
          </a:prstGeom>
          <a:solidFill>
            <a:srgbClr val="3366EE"/>
          </a:solidFill>
          <a:ln w="12700">
            <a:solidFill>
              <a:srgbClr val="3366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457200"/>
            <a:ext cx="1645920" cy="1645920"/>
          </a:xfrm>
          <a:prstGeom prst="roundRect">
            <a:avLst>
              <a:gd name="adj" fmla="val 11111"/>
            </a:avLst>
          </a:prstGeom>
          <a:solidFill>
            <a:srgbClr val="2B5CE6">
              <a:alpha val="90000"/>
            </a:srgbClr>
          </a:solidFill>
          <a:ln w="12700">
            <a:solidFill>
              <a:srgbClr val="2B5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246888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기능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1A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설명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82880" y="333756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경험을 최우선으로 고려하여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기능들을 구현했습니다.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보안과 편의성을 동시에 만족시키는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 설계에 중점을 두었습니다.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937760" y="91440"/>
            <a:ext cx="2103120" cy="2103120"/>
          </a:xfrm>
          <a:prstGeom prst="ellipse">
            <a:avLst/>
          </a:prstGeom>
          <a:solidFill>
            <a:srgbClr val="2B5CE6"/>
          </a:solidFill>
          <a:ln w="12700">
            <a:solidFill>
              <a:srgbClr val="2B5C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20640" y="274320"/>
            <a:ext cx="1737360" cy="1737360"/>
          </a:xfrm>
          <a:prstGeom prst="ellipse">
            <a:avLst/>
          </a:prstGeom>
          <a:solidFill>
            <a:srgbClr val="3A6FE8"/>
          </a:solidFill>
          <a:ln w="12700">
            <a:solidFill>
              <a:srgbClr val="3A6F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228600"/>
            <a:ext cx="21031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안전하고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편리한 서비스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제공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040880" y="9144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35240" y="54864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69080" y="2377440"/>
            <a:ext cx="658368" cy="658368"/>
          </a:xfrm>
          <a:prstGeom prst="ellipse">
            <a:avLst/>
          </a:prstGeom>
          <a:solidFill>
            <a:srgbClr val="2D5EE0"/>
          </a:solidFill>
          <a:ln w="12700">
            <a:solidFill>
              <a:srgbClr val="2D5E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69080" y="23774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520440" y="2971800"/>
            <a:ext cx="1737360" cy="182880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6350">
            <a:solidFill>
              <a:srgbClr val="DFECF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566160" y="309067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날씨·미세먼지 조회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66160" y="3520440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실시간 기온, 습도, 풍속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66160" y="3867912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PM10/PM2.5 농도 표시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66160" y="4215384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위험 단계별 컬러 UI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2377440"/>
            <a:ext cx="658368" cy="658368"/>
          </a:xfrm>
          <a:prstGeom prst="ellipse">
            <a:avLst/>
          </a:prstGeom>
          <a:solidFill>
            <a:srgbClr val="1AB8E8"/>
          </a:solidFill>
          <a:ln w="12700">
            <a:solidFill>
              <a:srgbClr val="1AB8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23774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394960" y="2971800"/>
            <a:ext cx="1737360" cy="182880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6350">
            <a:solidFill>
              <a:srgbClr val="DFECF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40680" y="309067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재난 알림 시스템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40680" y="3520440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재난문자 실시간 조회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40680" y="3867912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긴급 Alert 배너 표시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40680" y="4215384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이메일 자동 발송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818120" y="2377440"/>
            <a:ext cx="658368" cy="658368"/>
          </a:xfrm>
          <a:prstGeom prst="ellipse">
            <a:avLst/>
          </a:prstGeom>
          <a:solidFill>
            <a:srgbClr val="2040A8"/>
          </a:solidFill>
          <a:ln w="12700">
            <a:solidFill>
              <a:srgbClr val="2040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18120" y="23774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269480" y="2971800"/>
            <a:ext cx="1737360" cy="182880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6350">
            <a:solidFill>
              <a:srgbClr val="DFECF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315200" y="309067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분석 기능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315200" y="3520440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Gemini 2.5 Flash 연동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315200" y="3867912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날씨·건강 종합 분석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315200" y="4215384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분석 결과 UI 표시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5943600" cy="160020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4983480"/>
            <a:ext cx="3200400" cy="160020"/>
          </a:xfrm>
          <a:prstGeom prst="rect">
            <a:avLst/>
          </a:prstGeom>
          <a:solidFill>
            <a:srgbClr val="3366EE"/>
          </a:solidFill>
          <a:ln w="12700">
            <a:solidFill>
              <a:srgbClr val="3366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457200"/>
            <a:ext cx="1645920" cy="1645920"/>
          </a:xfrm>
          <a:prstGeom prst="roundRect">
            <a:avLst>
              <a:gd name="adj" fmla="val 11111"/>
            </a:avLst>
          </a:prstGeom>
          <a:solidFill>
            <a:srgbClr val="2B5CE6">
              <a:alpha val="90000"/>
            </a:srgbClr>
          </a:solidFill>
          <a:ln w="12700">
            <a:solidFill>
              <a:srgbClr val="2B5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246888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구성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82880" y="315468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앱의 화면 구성은 사용자가 쉽게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이해하고 사용할 수 있도록 설계.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화면을 중심으로 각 기능에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빠르게 접근할 수 있는 구조.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2880" y="4389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모바일 화면 기준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08960" y="137160"/>
            <a:ext cx="2743200" cy="4663440"/>
          </a:xfrm>
          <a:prstGeom prst="roundRect">
            <a:avLst>
              <a:gd name="adj" fmla="val 8333"/>
            </a:avLst>
          </a:prstGeom>
          <a:solidFill>
            <a:srgbClr val="F0F6FE"/>
          </a:solidFill>
          <a:ln w="19050">
            <a:solidFill>
              <a:srgbClr val="BDD0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411480"/>
            <a:ext cx="2377440" cy="1965960"/>
          </a:xfrm>
          <a:prstGeom prst="roundRect">
            <a:avLst>
              <a:gd name="adj" fmla="val 8372"/>
            </a:avLst>
          </a:prstGeom>
          <a:solidFill>
            <a:srgbClr val="3A6FE8"/>
          </a:solidFill>
          <a:ln w="12700">
            <a:solidFill>
              <a:srgbClr val="3A6F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502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대구광역시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83280" y="7772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28°C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3383280" y="1325880"/>
            <a:ext cx="1280160" cy="274320"/>
          </a:xfrm>
          <a:prstGeom prst="roundRect">
            <a:avLst>
              <a:gd name="adj" fmla="val 33333"/>
            </a:avLst>
          </a:prstGeom>
          <a:solidFill>
            <a:srgbClr val="4A80F0">
              <a:alpha val="80000"/>
            </a:srgbClr>
          </a:solidFill>
          <a:ln w="12700">
            <a:solidFill>
              <a:srgbClr val="4A80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01568" y="1353312"/>
            <a:ext cx="12435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PM10: 29 μg/m³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310128" y="1691640"/>
            <a:ext cx="749808" cy="566928"/>
          </a:xfrm>
          <a:prstGeom prst="roundRect">
            <a:avLst>
              <a:gd name="adj" fmla="val 12903"/>
            </a:avLst>
          </a:prstGeom>
          <a:solidFill>
            <a:srgbClr val="3A6AE0">
              <a:alpha val="70000"/>
            </a:srgbClr>
          </a:solidFill>
          <a:ln w="12700">
            <a:solidFill>
              <a:srgbClr val="5080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0128" y="1719072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10128" y="1975104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D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최고온도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05656" y="1691640"/>
            <a:ext cx="749808" cy="566928"/>
          </a:xfrm>
          <a:prstGeom prst="roundRect">
            <a:avLst>
              <a:gd name="adj" fmla="val 12903"/>
            </a:avLst>
          </a:prstGeom>
          <a:solidFill>
            <a:srgbClr val="3A6AE0">
              <a:alpha val="70000"/>
            </a:srgbClr>
          </a:solidFill>
          <a:ln w="12700">
            <a:solidFill>
              <a:srgbClr val="5080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05656" y="1719072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05656" y="1975104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D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습도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901184" y="1691640"/>
            <a:ext cx="749808" cy="566928"/>
          </a:xfrm>
          <a:prstGeom prst="roundRect">
            <a:avLst>
              <a:gd name="adj" fmla="val 12903"/>
            </a:avLst>
          </a:prstGeom>
          <a:solidFill>
            <a:srgbClr val="3A6AE0">
              <a:alpha val="70000"/>
            </a:srgbClr>
          </a:solidFill>
          <a:ln w="12700">
            <a:solidFill>
              <a:srgbClr val="5080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01184" y="1719072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01184" y="1975104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D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풍속(m/s)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291840" y="246888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0EA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01568" y="257860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미세먼지 정보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566160" y="285292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4206240" y="2907792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μg/m³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PM2.5: 26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91840" y="3913632"/>
            <a:ext cx="2377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10128" y="4160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날씨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785616" y="4160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미세먼지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261104" y="4160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재난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736592" y="4160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리포트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212080" y="4160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설정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035040" y="3657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경험을 고려한 직관적인 인터페이스 설계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035040" y="86868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화면은 주요 기능들을 한눈에 파악할 수 있도록 구성했습니다.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네비게이션 바를 통해 각 페이지로 이동이 가능하며, 사용자 인터페이스는 직관적인 아이콘과 명확한 텍스트로 구성되어 있습니다.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035040" y="201168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반응형 디자인 적용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035040" y="242316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PC, 태블릿, 모바일 등 다양한 디바이스에서 최적화된 화면 제공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화면 크기에 따라 자동으로 조정되는 콘텐츠 배치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035040" y="32918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다크/라이트 모드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035040" y="37033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시스템 테마 자동 감지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사용자 직접 테마 변경 가능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5943600" cy="160020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4983480"/>
            <a:ext cx="3200400" cy="160020"/>
          </a:xfrm>
          <a:prstGeom prst="rect">
            <a:avLst/>
          </a:prstGeom>
          <a:solidFill>
            <a:srgbClr val="3366EE"/>
          </a:solidFill>
          <a:ln w="12700">
            <a:solidFill>
              <a:srgbClr val="3366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164592"/>
            <a:ext cx="9144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일정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0" y="71323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2026.05.27 ~ 2026.06.10  (총 15일)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874520"/>
            <a:ext cx="7863840" cy="0"/>
          </a:xfrm>
          <a:prstGeom prst="line">
            <a:avLst/>
          </a:prstGeom>
          <a:noFill/>
          <a:ln w="25400">
            <a:solidFill>
              <a:srgbClr val="BDD5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17320" y="1572768"/>
            <a:ext cx="594360" cy="594360"/>
          </a:xfrm>
          <a:prstGeom prst="ellipse">
            <a:avLst/>
          </a:prstGeom>
          <a:solidFill>
            <a:srgbClr val="2D5EE0"/>
          </a:solidFill>
          <a:ln w="12700">
            <a:solidFill>
              <a:srgbClr val="2D5E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15727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115568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5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371600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05.27 ~ 05.30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14400" y="2304288"/>
            <a:ext cx="1691640" cy="242316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6350">
            <a:solidFill>
              <a:srgbClr val="DFECF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69264" y="2423160"/>
            <a:ext cx="1581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 &amp; 설계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05840" y="2798064"/>
            <a:ext cx="1463040" cy="0"/>
          </a:xfrm>
          <a:prstGeom prst="line">
            <a:avLst/>
          </a:prstGeom>
          <a:noFill/>
          <a:ln w="9525">
            <a:solidFill>
              <a:srgbClr val="E0EA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90779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프로젝트 선정 및 기획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05840" y="331927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Figma 와이어프레임 설계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373075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UI/UX 컨셉 정의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05840" y="414223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API 조사 및 선정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29000" y="1572768"/>
            <a:ext cx="594360" cy="594360"/>
          </a:xfrm>
          <a:prstGeom prst="ellipse">
            <a:avLst/>
          </a:prstGeom>
          <a:solidFill>
            <a:srgbClr val="1AB8E8"/>
          </a:solidFill>
          <a:ln w="12700">
            <a:solidFill>
              <a:srgbClr val="1AB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15727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926080" y="1115568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926080" y="1371600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06.02 ~ 06.06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926080" y="2304288"/>
            <a:ext cx="1691640" cy="242316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6350">
            <a:solidFill>
              <a:srgbClr val="DFECF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980944" y="2423160"/>
            <a:ext cx="1581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프론트엔드 개발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017520" y="2798064"/>
            <a:ext cx="1463040" cy="0"/>
          </a:xfrm>
          <a:prstGeom prst="line">
            <a:avLst/>
          </a:prstGeom>
          <a:noFill/>
          <a:ln w="9525">
            <a:solidFill>
              <a:srgbClr val="E0EA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17520" y="290779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index.html 구조 설계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017520" y="331927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날씨·미세먼지 UI 구현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017520" y="373075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재난 페이지 개발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017520" y="414223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반응형 디자인 적용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40680" y="1572768"/>
            <a:ext cx="594360" cy="594360"/>
          </a:xfrm>
          <a:prstGeom prst="ellipse">
            <a:avLst/>
          </a:prstGeom>
          <a:solidFill>
            <a:srgbClr val="2D5EE0"/>
          </a:solidFill>
          <a:ln w="12700">
            <a:solidFill>
              <a:srgbClr val="2D5E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40680" y="15727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937760" y="1115568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5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37760" y="1371600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06.07 ~ 06.09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937760" y="2304288"/>
            <a:ext cx="1691640" cy="242316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6350">
            <a:solidFill>
              <a:srgbClr val="DFECF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992624" y="2423160"/>
            <a:ext cx="1581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백엔드 &amp; 연동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029200" y="2798064"/>
            <a:ext cx="1463040" cy="0"/>
          </a:xfrm>
          <a:prstGeom prst="line">
            <a:avLst/>
          </a:prstGeom>
          <a:noFill/>
          <a:ln w="9525">
            <a:solidFill>
              <a:srgbClr val="E0EA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0" y="290779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Code.gs GAS 개발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029200" y="331927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API 연동 및 테스트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29200" y="373075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AI 분석 기능 구현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29200" y="414223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이메일 자동발송 구현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452360" y="1572768"/>
            <a:ext cx="594360" cy="594360"/>
          </a:xfrm>
          <a:prstGeom prst="ellipse">
            <a:avLst/>
          </a:prstGeom>
          <a:solidFill>
            <a:srgbClr val="2040A8"/>
          </a:solidFill>
          <a:ln w="12700">
            <a:solidFill>
              <a:srgbClr val="2040A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52360" y="15727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949440" y="1115568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04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949440" y="1371600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06.10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949440" y="2304288"/>
            <a:ext cx="1691640" cy="242316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6350">
            <a:solidFill>
              <a:srgbClr val="DFECF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7004304" y="2423160"/>
            <a:ext cx="1581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마무리 &amp; 발표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040880" y="2798064"/>
            <a:ext cx="1463040" cy="0"/>
          </a:xfrm>
          <a:prstGeom prst="line">
            <a:avLst/>
          </a:prstGeom>
          <a:noFill/>
          <a:ln w="9525">
            <a:solidFill>
              <a:srgbClr val="E0EAF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40880" y="290779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버그 수정 및 최적화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040880" y="331927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스프레드시트 연동 완료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040880" y="373075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PPT 발표자료 제작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040880" y="414223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최종 시연 및 발표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5943600" cy="160020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4983480"/>
            <a:ext cx="3200400" cy="160020"/>
          </a:xfrm>
          <a:prstGeom prst="rect">
            <a:avLst/>
          </a:prstGeom>
          <a:solidFill>
            <a:srgbClr val="3366EE"/>
          </a:solidFill>
          <a:ln w="12700">
            <a:solidFill>
              <a:srgbClr val="3366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457200"/>
            <a:ext cx="1645920" cy="1645920"/>
          </a:xfrm>
          <a:prstGeom prst="roundRect">
            <a:avLst>
              <a:gd name="adj" fmla="val 11111"/>
            </a:avLst>
          </a:prstGeom>
          <a:solidFill>
            <a:srgbClr val="2B5CE6">
              <a:alpha val="90000"/>
            </a:srgbClr>
          </a:solidFill>
          <a:ln w="12700">
            <a:solidFill>
              <a:srgbClr val="2B5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246888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과정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82880" y="31546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프로젝트는 기획, 설계, 개발, 테스트,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배포의 단계를 거쳐 진행되었습니다.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단계마다 팀원들과 긴밀하게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소통하며 목표를 달성했습니다.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0" y="393192"/>
            <a:ext cx="411480" cy="411480"/>
          </a:xfrm>
          <a:prstGeom prst="ellipse">
            <a:avLst/>
          </a:prstGeom>
          <a:solidFill>
            <a:srgbClr val="2D5EE0"/>
          </a:solidFill>
          <a:ln w="12700">
            <a:solidFill>
              <a:srgbClr val="2D5E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77640" y="320040"/>
            <a:ext cx="4937760" cy="1389888"/>
          </a:xfrm>
          <a:prstGeom prst="roundRect">
            <a:avLst>
              <a:gd name="adj" fmla="val 9868"/>
            </a:avLst>
          </a:prstGeom>
          <a:solidFill>
            <a:srgbClr val="FFFFFF"/>
          </a:solidFill>
          <a:ln w="6350">
            <a:solidFill>
              <a:srgbClr val="DFECF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60520" y="45720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단계별 진행 사항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160520" y="850392"/>
            <a:ext cx="4480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UI/UX 디자인 및 프로토타입 제작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프론트 · 백엔드 병행 개발, 통합 테스트 및 버그 수정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74720" y="1975104"/>
            <a:ext cx="411480" cy="411480"/>
          </a:xfrm>
          <a:prstGeom prst="ellipse">
            <a:avLst/>
          </a:prstGeom>
          <a:solidFill>
            <a:srgbClr val="1AB8E8"/>
          </a:solidFill>
          <a:ln w="12700">
            <a:solidFill>
              <a:srgbClr val="1AB8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77640" y="1901952"/>
            <a:ext cx="4937760" cy="1389888"/>
          </a:xfrm>
          <a:prstGeom prst="roundRect">
            <a:avLst>
              <a:gd name="adj" fmla="val 9868"/>
            </a:avLst>
          </a:prstGeom>
          <a:solidFill>
            <a:srgbClr val="FFFFFF"/>
          </a:solidFill>
          <a:ln w="6350">
            <a:solidFill>
              <a:srgbClr val="DFECF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60520" y="2039112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해결 사례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60520" y="2432304"/>
            <a:ext cx="4480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API 연동 오류 해결 → 다중 API 폴백 구조 적용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분석 버퍼링 → 날씨 로드와 AI 호출 분리 처리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이메일 발송 오류 → 다중 수신자 개별 발송 구조로 해결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74720" y="3566160"/>
            <a:ext cx="411480" cy="411480"/>
          </a:xfrm>
          <a:prstGeom prst="ellipse">
            <a:avLst/>
          </a:prstGeom>
          <a:solidFill>
            <a:srgbClr val="2D5EE0"/>
          </a:solidFill>
          <a:ln w="12700">
            <a:solidFill>
              <a:srgbClr val="2D5E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77640" y="3493008"/>
            <a:ext cx="4937760" cy="1389888"/>
          </a:xfrm>
          <a:prstGeom prst="roundRect">
            <a:avLst>
              <a:gd name="adj" fmla="val 9868"/>
            </a:avLst>
          </a:prstGeom>
          <a:solidFill>
            <a:srgbClr val="FFFFFF"/>
          </a:solidFill>
          <a:ln w="6350">
            <a:solidFill>
              <a:srgbClr val="DFECF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60520" y="363016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자동화 구현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160520" y="4023360"/>
            <a:ext cx="4480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시간 기반 트리거로 5분마다 날씨 데이터 자동 수집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위험 수치 초과 시 이메일 자동 발송 시스템 완성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5943600" cy="160020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4983480"/>
            <a:ext cx="3200400" cy="160020"/>
          </a:xfrm>
          <a:prstGeom prst="rect">
            <a:avLst/>
          </a:prstGeom>
          <a:solidFill>
            <a:srgbClr val="3366EE"/>
          </a:solidFill>
          <a:ln w="12700">
            <a:solidFill>
              <a:srgbClr val="3366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74320"/>
            <a:ext cx="2011680" cy="2011680"/>
          </a:xfrm>
          <a:prstGeom prst="ellipse">
            <a:avLst/>
          </a:prstGeom>
          <a:solidFill>
            <a:srgbClr val="2B5CE6"/>
          </a:solidFill>
          <a:ln w="12700">
            <a:solidFill>
              <a:srgbClr val="2B5C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0"/>
            <a:ext cx="1463040" cy="1463040"/>
          </a:xfrm>
          <a:prstGeom prst="ellipse">
            <a:avLst/>
          </a:prstGeom>
          <a:solidFill>
            <a:srgbClr val="1AB8E8">
              <a:alpha val="70000"/>
            </a:srgbClr>
          </a:solidFill>
          <a:ln w="12700">
            <a:solidFill>
              <a:srgbClr val="1AB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10058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0" y="274320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테스트 및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1A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개선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0" y="361188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완료 후 실제 사용자들을 대상으로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베타 테스트를 진행했습니다.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수집된 피드백을 바탕으로 UI 개선과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 보완을 실시했습니다.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320040"/>
            <a:ext cx="5852160" cy="1965960"/>
          </a:xfrm>
          <a:prstGeom prst="roundRect">
            <a:avLst>
              <a:gd name="adj" fmla="val 6977"/>
            </a:avLst>
          </a:prstGeom>
          <a:solidFill>
            <a:srgbClr val="3A6FE8"/>
          </a:solidFill>
          <a:ln w="12700">
            <a:solidFill>
              <a:srgbClr val="3A6F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7548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피드백 반영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02920" y="1005840"/>
            <a:ext cx="55778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078992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네비게이션 메뉴 위치 조정으로 접근성 향상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1408176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다크 모드 지원 추가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173736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로딩 시간 단축 요청 반영 (AI 분석 비동기 처리)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468880"/>
            <a:ext cx="2697480" cy="20574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FECF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30352" y="263347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성능 최적화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0352" y="3044952"/>
            <a:ext cx="2286000" cy="0"/>
          </a:xfrm>
          <a:prstGeom prst="line">
            <a:avLst/>
          </a:prstGeom>
          <a:noFill/>
          <a:ln w="9525">
            <a:solidFill>
              <a:srgbClr val="E0EA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18211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분석 날씨 로드와 분리 (비동기)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0352" y="358444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API 호출 최소화 구조 적용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37560" y="2468880"/>
            <a:ext cx="2697480" cy="20574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FECF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502152" y="263347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강화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502152" y="3044952"/>
            <a:ext cx="2286000" cy="0"/>
          </a:xfrm>
          <a:prstGeom prst="line">
            <a:avLst/>
          </a:prstGeom>
          <a:noFill/>
          <a:ln w="9525">
            <a:solidFill>
              <a:srgbClr val="E0EA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02152" y="318211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API 키 GAS 서버 측 보관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502152" y="358444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이메일 수신자 서버 측 관리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A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5943600" cy="160020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4983480"/>
            <a:ext cx="3200400" cy="160020"/>
          </a:xfrm>
          <a:prstGeom prst="rect">
            <a:avLst/>
          </a:prstGeom>
          <a:solidFill>
            <a:srgbClr val="3366EE"/>
          </a:solidFill>
          <a:ln w="12700">
            <a:solidFill>
              <a:srgbClr val="3366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182880"/>
            <a:ext cx="2011680" cy="2011680"/>
          </a:xfrm>
          <a:prstGeom prst="ellipse">
            <a:avLst/>
          </a:prstGeom>
          <a:solidFill>
            <a:srgbClr val="2B5CE6"/>
          </a:solidFill>
          <a:ln w="12700">
            <a:solidFill>
              <a:srgbClr val="2B5C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0"/>
            <a:ext cx="1463040" cy="1463040"/>
          </a:xfrm>
          <a:prstGeom prst="ellipse">
            <a:avLst/>
          </a:prstGeom>
          <a:solidFill>
            <a:srgbClr val="1AB8E8">
              <a:alpha val="70000"/>
            </a:srgbClr>
          </a:solidFill>
          <a:ln w="12700">
            <a:solidFill>
              <a:srgbClr val="1AB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91440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0" y="26517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향후 계획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309360" y="33375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프로젝트는 현재 안정적으로 운영되고 있으며,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요구에 맞춰 지속적으로 발전시킬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계획입니다.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74320"/>
            <a:ext cx="576072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6350">
            <a:solidFill>
              <a:srgbClr val="DFECF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47548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추가 기능 개발 및 서비스 확장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48640" y="987552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즐겨찾기 지역 추가 기능 구현 예정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137160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주간 날씨 리포트 자동 생성 기능 추가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1755648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더 많은 지역 실시간 데이터 지원 확대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487168"/>
            <a:ext cx="576072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6350">
            <a:solidFill>
              <a:srgbClr val="DFECF8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265176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유지보수 및 지속적인 개선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48640" y="3163824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즐겨찾기 등 빠졌던 부분을 추가할 예정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547872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API 오류 발생 시 자동 재시도 로직 강화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393192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GAS 트리거 최적화로 서버 비용 절감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A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5943600" cy="160020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4983480"/>
            <a:ext cx="3200400" cy="160020"/>
          </a:xfrm>
          <a:prstGeom prst="rect">
            <a:avLst/>
          </a:prstGeom>
          <a:solidFill>
            <a:srgbClr val="3366EE"/>
          </a:solidFill>
          <a:ln w="12700">
            <a:solidFill>
              <a:srgbClr val="3366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" y="3017520"/>
            <a:ext cx="1645920" cy="2194560"/>
          </a:xfrm>
          <a:prstGeom prst="roundRect">
            <a:avLst>
              <a:gd name="adj" fmla="val 11111"/>
            </a:avLst>
          </a:prstGeom>
          <a:solidFill>
            <a:srgbClr val="2B5CE6"/>
          </a:solidFill>
          <a:ln w="12700">
            <a:solidFill>
              <a:srgbClr val="2B5C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82880" y="3200400"/>
            <a:ext cx="1645920" cy="1645920"/>
          </a:xfrm>
          <a:prstGeom prst="ellipse">
            <a:avLst/>
          </a:prstGeom>
          <a:solidFill>
            <a:srgbClr val="1AB8E8">
              <a:alpha val="70000"/>
            </a:srgbClr>
          </a:solidFill>
          <a:ln w="12700">
            <a:solidFill>
              <a:srgbClr val="1AB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3840480"/>
            <a:ext cx="1097280" cy="1371600"/>
          </a:xfrm>
          <a:prstGeom prst="roundRect">
            <a:avLst>
              <a:gd name="adj" fmla="val 12500"/>
            </a:avLst>
          </a:prstGeom>
          <a:solidFill>
            <a:srgbClr val="C8E3F8"/>
          </a:solidFill>
          <a:ln w="12700">
            <a:solidFill>
              <a:srgbClr val="C8E3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0" y="2926080"/>
            <a:ext cx="1828800" cy="2194560"/>
          </a:xfrm>
          <a:prstGeom prst="roundRect">
            <a:avLst>
              <a:gd name="adj" fmla="val 10000"/>
            </a:avLst>
          </a:prstGeom>
          <a:solidFill>
            <a:srgbClr val="2B5CE6"/>
          </a:solidFill>
          <a:ln w="12700">
            <a:solidFill>
              <a:srgbClr val="2B5C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0" y="3108960"/>
            <a:ext cx="1645920" cy="1645920"/>
          </a:xfrm>
          <a:prstGeom prst="ellipse">
            <a:avLst/>
          </a:prstGeom>
          <a:solidFill>
            <a:srgbClr val="1AB8E8">
              <a:alpha val="70000"/>
            </a:srgbClr>
          </a:solidFill>
          <a:ln w="12700">
            <a:solidFill>
              <a:srgbClr val="1AB8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0" y="3657600"/>
            <a:ext cx="1188720" cy="1463040"/>
          </a:xfrm>
          <a:prstGeom prst="roundRect">
            <a:avLst>
              <a:gd name="adj" fmla="val 11538"/>
            </a:avLst>
          </a:prstGeom>
          <a:solidFill>
            <a:srgbClr val="C8E3F8"/>
          </a:solidFill>
          <a:ln w="12700">
            <a:solidFill>
              <a:srgbClr val="C8E3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5486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 및 마무리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1371600" y="14630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프로젝트로 기획부터 개발 해봤는데,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생각보다 조금 힘들었고, 원하는데로 나오지 않아서 아쉽고, 부족함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28800" y="242316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+ API + AI 통합 자동화 경험 확보  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반응형 웹 UX/UI 설계 및 구현 역량 성장  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B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공공데이터 기반 실무형 서비스 구조 이해  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0" y="361188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감사합니다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1032</Words>
  <Application>Microsoft Office PowerPoint</Application>
  <PresentationFormat>화면 슬라이드 쇼(16:9)</PresentationFormat>
  <Paragraphs>236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실시간 재난 날씨 관제 시스템</dc:title>
  <dc:subject>PptxGenJS Presentation</dc:subject>
  <dc:creator>PptxGenJS</dc:creator>
  <cp:lastModifiedBy>YJ</cp:lastModifiedBy>
  <cp:revision>3</cp:revision>
  <dcterms:created xsi:type="dcterms:W3CDTF">2026-06-10T05:36:25Z</dcterms:created>
  <dcterms:modified xsi:type="dcterms:W3CDTF">2026-06-10T05:49:27Z</dcterms:modified>
</cp:coreProperties>
</file>